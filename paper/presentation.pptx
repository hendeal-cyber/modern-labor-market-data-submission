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120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1716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389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307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156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120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$109,489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advertised pay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in the model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200" dirty="0"/>
          </a:p>
        </p:txBody>
      </p:sp>
      <p:pic>
        <p:nvPicPr>
          <p:cNvPr id="12" name="Image 0" descr="/home/user/modern-labor-market-data-submission/paper/figures/fig3_coeffic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10881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only seniority and the ML/AI skill premium standing.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2026-09-22T03:39:26Z</dcterms:created>
  <dcterms:modified xsi:type="dcterms:W3CDTF">2026-09-22T03:39:26Z</dcterms:modified>
</cp:coreProperties>
</file>