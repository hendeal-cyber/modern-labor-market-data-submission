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543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Roles stay narrow — an energy-analytics core. Geography and seniority are what widened.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Illinois HB 3129 was the original motivation; the study is national now and the contrast spans 13 jurisdictions in force at collection.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Advertised Pay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US Energy and Data Center Sector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employer-published job postings, nationwide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and analytical hiring across the energy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and location enter as regressors, not sample filters — which is what makes the disclosure contrast estimable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jurisdictions mandating pay in the posting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pay-transparency mandates make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jurisdictions requiring a pay scale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 (n=449)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disclose without one (n=280)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mandate applies, the employer must state a pay scale in the posting itself — so the dependent variable is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attaches to the JOB's location, so a posting listing any covered place is covered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asymmetry is what makes the disclosure contrast estimable at all, and it is the study's clearest result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regressor, so the contrast is examined rather than assumed away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associational: one cross-section, no time variation, no difference-in-differences available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user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17495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4395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Located in the US: 3427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729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543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43–45pp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gap, every cut of the sample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543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postings, 100 employers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23444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435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2585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predictors surviving the bootstrap and the region check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108960"/>
            <a:ext cx="10908792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is stated far more often where a mandate applies, and the gap is stable across every cut — this is the result the study stands behind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disclosed pay, seniority, required experience, a stated cloud skill, a West location, a Northeast location, stating an experience minimum and a STEM degree are the only attributes distinguishable from zero — stating an experience minimum, a STEM degree, a Northeast location and a West location only narrowly, so read them as tentative; a Northeast location and a West location do not survive price adjustment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coefficients reach significance under clustered standard errors and do NOT survive the wild cluster bootstrap — reported as inconclusive, not as findings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Seniority was predicted to dominate and does; it also survives every robustness cut applied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mandate jurisdictions most postings state no pay, so every pay coefficient is conditional on disclosure. This is the central threat.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iCIMS: its feed goes only to approved job boards, its API is partner-gated, no syndication feed exists, and its terms bar automated access. Verified by reading them, not assumed.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errors cover at 92% against a nominal 95%. Significance is read off a wild cluster bootstrap, which leaves 7 predictor(s) standing: seniority, required experience, a stated cloud skill, a West location, a Northeast location, stating an experience minimum, a STEM degree.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Determinants of Advertised Pay in the US Energy and Data Center Sector</dc:title>
  <dc:subject>PptxGenJS Presentation</dc:subject>
  <dc:creator>Labor market study</dc:creator>
  <cp:lastModifiedBy>Labor market study</cp:lastModifiedBy>
  <cp:revision>1</cp:revision>
  <dcterms:created xsi:type="dcterms:W3CDTF">2026-09-30T11:49:06Z</dcterms:created>
  <dcterms:modified xsi:type="dcterms:W3CDTF">2026-09-30T11:49:06Z</dcterms:modified>
</cp:coreProperties>
</file>