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264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13 jurisdictions in force at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(n=201)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(n=152)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3973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1320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Located in the US: 1025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353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264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42–47pp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36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 and the region check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seniority, a stated cloud skill, a Northeast location are the only attributes distinguishable from zero — a Northeast location only narrowly, so read it as tentative; a Northeast location does not survive price adjustment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3 predictor(s) standing: seniority, a stated cloud skill, a Northeast location.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2026-09-27T18:59:19Z</dcterms:created>
  <dcterms:modified xsi:type="dcterms:W3CDTF">2026-09-27T18:59:19Z</dcterms:modified>
</cp:coreProperties>
</file>