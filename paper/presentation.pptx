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103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835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200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156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141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103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$107,561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2026-09-21T18:30:31Z</dcterms:created>
  <dcterms:modified xsi:type="dcterms:W3CDTF">2026-09-21T18:30:31Z</dcterms:modified>
</cp:coreProperties>
</file>