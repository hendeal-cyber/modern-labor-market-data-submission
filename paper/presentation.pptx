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120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1716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389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307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156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120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$109,489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only seniority and the ML/AI skill premium standing.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2026-09-22T13:58:53Z</dcterms:created>
  <dcterms:modified xsi:type="dcterms:W3CDTF">2026-09-22T13:58:53Z</dcterms:modified>
</cp:coreProperties>
</file>