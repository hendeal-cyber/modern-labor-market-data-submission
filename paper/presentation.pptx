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137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898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268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222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204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137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$113,864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only seniority and the ML/AI skill premium standing.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2026-09-22T03:10:47Z</dcterms:created>
  <dcterms:modified xsi:type="dcterms:W3CDTF">2026-09-22T03:10:47Z</dcterms:modified>
</cp:coreProperties>
</file>