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377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(n=294)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(n=203)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4589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1225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933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497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377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44–48pp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52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a Northeast location, yrs_exp_min, a stated cloud skill are the only attributes distinguishable from zero — a stated cloud skill only narrowly, so read it as tentative; a Northeast location does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4 predictor(s) standing: seniority, a Northeast location, yrs_exp_min, a stated cloud skill.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2026-09-27T22:38:57Z</dcterms:created>
  <dcterms:modified xsi:type="dcterms:W3CDTF">2026-09-27T22:38:57Z</dcterms:modified>
</cp:coreProperties>
</file>