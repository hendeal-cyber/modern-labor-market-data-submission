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0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is deliberately narrow: core operators only, software/data/analytics roles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asymmetry is the study's main source of disclosure variation and its main threat to the metro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Advertised Pay in Early-Career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and Data Roles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and data center operators in the Chicago and Indianapolis metros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hiring across the utility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sectors compete for early-career software and data talent against national tech pay scales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 around each metro centroid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Illinois makes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 3129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1 Jan 2025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covered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none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Indiana mandate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employers must state the pay scale AND describe benefits in any posting for Illinois work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 and several benefit regressors are therefore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comparable law, so Indianapolis postings disclose far less often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that do disclose are self-selected — the metro comparison carries that caveat explicitly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 so the contrast can be examined, not assumed away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runner/work/Modern-Labor-Market-Data-Submission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53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0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08792" cy="2011680"/>
          </a:xfrm>
          <a:prstGeom prst="roundRect">
            <a:avLst>
              <a:gd name="adj" fmla="val 5455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91640"/>
            <a:ext cx="10177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results yet — the estimation sample is still below the threshold for a meaningful model.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450592"/>
            <a:ext cx="10177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sample: 0 postings with disclosed pay from 0 employers. Collection continues weekly; the model is estimated automatically once the sample supports it.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40480"/>
            <a:ext cx="1090879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specification is pre-registered: a core model of 8-10 regressors, extended only when the sample supports ~20 observations per regressor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specification from sample size rather than from results is what keeps the estimate honest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errors are clustered by employer, since employers contribute many postings each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mandate, so its disclosing postings are self-selected.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iCIMS, which has no free public API — the largest Chicago utility employer is absent.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 under-covered at 88% in simulation with 12 clusters.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Advertised Pay in Early-Career Software and Data Roles</dc:title>
  <dc:subject>PptxGenJS Presentation</dc:subject>
  <dc:creator>Labor market study</dc:creator>
  <cp:lastModifiedBy>Labor market study</cp:lastModifiedBy>
  <cp:revision>1</cp:revision>
  <dcterms:created xsi:type="dcterms:W3CDTF">2026-09-20T22:36:01Z</dcterms:created>
  <dcterms:modified xsi:type="dcterms:W3CDTF">2026-09-20T22:36:01Z</dcterms:modified>
</cp:coreProperties>
</file>