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16 jurisdictions.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(n=56)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1716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307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57–61pp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25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a South location, seniority are the only attributes distinguishable from zero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2 predictor(s) standing: a South location, seniority.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2026-09-22T14:10:03Z</dcterms:created>
  <dcterms:modified xsi:type="dcterms:W3CDTF">2026-09-22T14:10:03Z</dcterms:modified>
</cp:coreProperties>
</file>