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165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Illinois HB 3129 was the original motivation; the study is national now and the contrast spans 16 jurisdictions.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pay-transparency mandates make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jurisdictions requiring a pay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(n=129)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without one (n=81)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mandate applies, the employer must state a pay scale in the posting itself — so the dependent variable is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attaches to the JOB's location, so a posting listing any covered place is covered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asymmetry is what makes the disclosure contrast estimable at all, and it is the study's clearest result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regressor, so the contrast is examined rather than assumed away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associational: one cross-section, no time variation, no difference-in-differences available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1940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510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382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210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165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44–47pp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gap, every cut of the sample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postings, 33 employers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surviving the bootstrap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0896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is stated far more often where a mandate applies, and the gap is stable across every cut — this is the result the study stands behind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disclosed pay, seniority, a South location, a Northeast location are the only attributes distinguishable from zero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coefficients reach significance under clustered standard errors and do NOT survive the wild cluster bootstrap — reported as inconclusive, not as findings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was predicted to dominate and does; it also survives every robustness cut applied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mandate jurisdictions most postings state no pay, so every pay coefficient is conditional on disclosure. This is the central threat.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3 predictor(s) standing: seniority, a South location, a Northeast location.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2026-09-22T14:59:26Z</dcterms:created>
  <dcterms:modified xsi:type="dcterms:W3CDTF">2026-09-22T14:59:26Z</dcterms:modified>
</cp:coreProperties>
</file>