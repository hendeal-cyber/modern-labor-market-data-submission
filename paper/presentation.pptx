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narrow: core operators only, software/data/analytics roles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 in Early-Career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Data Roles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data center operators in the Chicago and Indianapolis metros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hiring across the utility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compete for early-career software and data talent against national tech pay scales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around each metro centroid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runner/work/Modern-Labor-Market-Data-Submission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53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011680"/>
          </a:xfrm>
          <a:prstGeom prst="roundRect">
            <a:avLst>
              <a:gd name="adj" fmla="val 545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 yet — the estimation sample is still below the threshold for a meaningful model.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450592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sample: 0 postings with disclosed pay from 0 employers. Collection continues weekly; the model is estimated automatically once the sample supports it.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 is pre-registered: a core model of 8-10 regressors, extended only when the sample supports ~20 observations per regressor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specification from sample size rather than from results is what keeps the estimate honest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 are clustered by employer, since employers contribute many postings each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iCIMS, which has no free public API — the largest Chicago utility employer is absent.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Advertised Pay in Early-Career Software and Data Roles</dc:title>
  <dc:subject>PptxGenJS Presentation</dc:subject>
  <dc:creator>Labor market study</dc:creator>
  <cp:lastModifiedBy>Labor market study</cp:lastModifiedBy>
  <cp:revision>1</cp:revision>
  <dcterms:created xsi:type="dcterms:W3CDTF">2026-09-20T22:23:54Z</dcterms:created>
  <dcterms:modified xsi:type="dcterms:W3CDTF">2026-09-20T22:23:54Z</dcterms:modified>
</cp:coreProperties>
</file>