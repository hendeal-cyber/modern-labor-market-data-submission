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365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(n=282)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(n=202)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4589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1225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906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484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365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45–48pp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52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yrs_exp_min, a Northeast location, a stated cloud skill are the only attributes distinguishable from zero — a stated cloud skill and a Northeast location only narrowly, so read them as tentative; a Northeast location does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4 predictor(s) standing: seniority, yrs_exp_min, a Northeast location, a stated cloud skill.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2026-09-27T21:39:04Z</dcterms:created>
  <dcterms:modified xsi:type="dcterms:W3CDTF">2026-09-27T21:39:04Z</dcterms:modified>
</cp:coreProperties>
</file>