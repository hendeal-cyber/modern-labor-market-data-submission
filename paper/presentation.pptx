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536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13 jurisdictions in force at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(n=443)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(n=277)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12680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3081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Located in the US: 2338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720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536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43–45pp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99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 and the region check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seniority, required experience, a stated cloud skill, a West location, a Northeast location, stating an experience minimum and a STEM degree are the only attributes distinguishable from zero — stating an experience minimum, a STEM degree and a West location only narrowly, so read them as tentative; a Northeast location and a West location do not survive price adjustment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7 predictor(s) standing: seniority, required experience, a stated cloud skill, a West location, a Northeast location, stating an experience minimum, a STEM degree.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2026-09-30T10:13:54Z</dcterms:created>
  <dcterms:modified xsi:type="dcterms:W3CDTF">2026-09-30T10:13:54Z</dcterms:modified>
</cp:coreProperties>
</file>