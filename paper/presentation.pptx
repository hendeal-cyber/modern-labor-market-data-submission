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137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stay narrow — an energy-analytics core. Geography and seniority are what widened.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asymmetry is the study's main source of disclosure variation and its main threat to the metro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Advertised Pay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US Energy and Data Center Sector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employer-published job postings, nationwide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and analytical hiring across the energy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and location enter as regressors, not sample filters — which is what makes the disclosure contrast estimable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 mandating pay in the posting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Illinois makes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 3129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1 Jan 2025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covered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IN: none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Indiana mandate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Illinois employers must state the pay scale AND describe benefits in any posting for Illinois work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dependent variable and several benefit regressors are therefore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comparable law, so Indianapolis postings disclose far less often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that do disclose are self-selected — the metro comparison carries that caveat explicitly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 so the contrast can be examined, not assumed away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898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268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study metro: 222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204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137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$113,864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advertised pay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in the model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R-squared</a:t>
            </a:r>
            <a:endParaRPr lang="en-US" sz="1200" dirty="0"/>
          </a:p>
        </p:txBody>
      </p:sp>
      <p:pic>
        <p:nvPicPr>
          <p:cNvPr id="12" name="Image 0" descr="/home/user/modern-labor-market-data-submission/paper/figures/fig3_coeffici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200400"/>
            <a:ext cx="1088136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mandate, so its disclosing postings are self-selected.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iCIMS: its feed goes only to approved job boards, its API is partner-gated, no syndication feed exists, and its terms bar automated access. Verified by reading them, not assumed.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standard errors under-covered at 88% in simulation with 12 clusters.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Determinants of Advertised Pay in the US Energy and Data Center Sector</dc:title>
  <dc:subject>PptxGenJS Presentation</dc:subject>
  <dc:creator>Labor market study</dc:creator>
  <cp:lastModifiedBy>Labor market study</cp:lastModifiedBy>
  <cp:revision>1</cp:revision>
  <dcterms:created xsi:type="dcterms:W3CDTF">2026-09-21T23:16:30Z</dcterms:created>
  <dcterms:modified xsi:type="dcterms:W3CDTF">2026-09-21T23:16:30Z</dcterms:modified>
</cp:coreProperties>
</file>