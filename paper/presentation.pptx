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472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13 jurisdictions in force at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(n=384)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(n=247)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8226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2044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Located in the US: 1530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631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472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42–45pp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86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 and the region check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seniority, yrs_exp_min, a stated cloud skill, a Northeast location, a West location, a STEM degree are the only attributes distinguishable from zero — a STEM degree and a West location only narrowly, so read them as tentative; a Northeast location and a West location do not survive price adjustment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6 predictor(s) standing: seniority, yrs_exp_min, a stated cloud skill, a Northeast location, a West location, a STEM degree.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2026-09-28T01:48:47Z</dcterms:created>
  <dcterms:modified xsi:type="dcterms:W3CDTF">2026-09-28T01:48:47Z</dcterms:modified>
</cp:coreProperties>
</file>